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Kickoff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Welcome to the quarterly planning session.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Presupuesto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El presupuesto total es de cinco mil euros.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